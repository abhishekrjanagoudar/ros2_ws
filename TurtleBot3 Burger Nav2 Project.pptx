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1122-8FF9-AA5A-F70F-A2094C3D8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25C17-98D0-0E11-AA36-A6DABA39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CE663-B225-2483-A7BA-F3230B48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8BE23-44B1-A65A-70BC-E75D0AF1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896AE-2328-3C7A-B5DC-065BC1B8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007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8257B-9E9D-A1AB-4A4D-AD23F726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880A-F732-3959-A532-822305332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A31B6-A82C-F44B-9F95-87240148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8B4B3-E1B3-5444-36AB-E3051BDF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E4D25-CC09-A1C9-DB4A-6E56D0CE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991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7FC9-CC7D-241F-CB6D-52D5A741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BFB93-5F7C-79D1-E284-2376C7354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DC799-2F22-0F0A-FD54-1070AC9B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F625D-A236-CED5-CC22-1460B114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7BFD8-BFD1-FABF-A8C8-746AE818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639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0DEA-EFA9-66EE-B712-29F79BF2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D586-F4D5-4828-81F9-37D1A3F54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33FC0-BBEC-C7BE-83FE-D8DF58F4B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AE607-C23E-CE88-87FE-3A15E321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94A02-9DDB-43E6-8EE7-C8B88147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10453-D490-55BE-C505-C10B8FE0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844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0E46-E304-3D10-DC7F-48B693BAF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C21AB-CE5B-7191-A099-EC11C5FEC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5DAED-3070-EC0D-2E6D-D82638360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E65C9-0ECE-D170-20C3-51E6FD54F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164AE-1990-2B4A-BFE9-8D9DBC184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C3BAC-DEB6-CA0B-42BE-93B3E045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F96FE-B29A-0284-498D-AA918272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05B25-6CA8-DF5F-51EB-517021F9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999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5D93-A950-BD91-C9C3-E526A81E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F509C-D4B7-2E06-3BF9-0403BD3A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BB621-F908-A658-22A3-DE01C256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D6C3C-794A-B249-C5B3-D2E600F9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918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81B10-29FA-2AFE-E0F5-6A2B3484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2F757-F333-EB87-E519-ABB1EDE7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A4EBA-84B5-A6B1-AF23-67BAA3EF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6730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392F-07AB-0850-F1ED-EEC83F6C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55FD-D6CC-756E-5096-BB3BF16C9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0BB9F-8858-4A81-EC26-391648F81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0AB07-3A9F-DE43-347B-610318BF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7AB9D-BBA7-35D6-474D-215F47FE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AAD0A-5310-9E6D-9A29-C95C900D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845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D13B-2559-5CD3-48B3-B4CEAAFDC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09F10-EC62-C663-1A54-EF9C2DD5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D13B6-292D-6083-16D1-026770E03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35117-1D80-7AAF-8FD8-56B8D473C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7A756-F9B6-7155-71F7-A279B631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C2ADB-3E1B-C362-271E-39A4D2BD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69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98E5-E48A-0398-3900-487AAA8C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E7D63-4CE3-BBA4-1893-454B6BAC9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C1F92-12CF-364E-DC72-8E57BE92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6BD0D-79A5-8430-588A-6A0D0BFB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A291-0B9A-CC7D-3CE1-4EC09F35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170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91EC3-AAC9-9BF6-1A37-2F4918D344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3D7E2-B922-F682-4868-681E87255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99B30-88F3-9936-AA3D-B76F943D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D9A34-B886-6275-946D-DE74C44D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BFAD8-CE7B-960F-14E9-3E0E2462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078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95114-51F1-4B79-2FCA-13E487A7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ED661-AB38-36FD-707A-BE6148000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52396-0E22-4239-8F66-57FC4F331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1925D-4BB5-4753-9F7D-BFAA262BBE24}" type="datetimeFigureOut">
              <a:rPr lang="en-DE" smtClean="0"/>
              <a:t>21/05/2026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B5791-A551-D5DE-6397-35EED8DBB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6EAF1-A603-7193-5361-999761028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29DA6-F6A6-4240-8811-FEACB4FD748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4921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1C2A8-7B35-EB04-6B64-5911CB99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Multi-Robot Formation &amp; Navigation Overview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1C92A-ACC2-9EBF-55A0-85C6D13A9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62" y="2291641"/>
            <a:ext cx="4958966" cy="3917773"/>
          </a:xfrm>
        </p:spPr>
        <p:txBody>
          <a:bodyPr>
            <a:normAutofit/>
          </a:bodyPr>
          <a:lstStyle/>
          <a:p>
            <a:r>
              <a:rPr lang="de-DE" sz="1400" b="1" dirty="0"/>
              <a:t>Project Goal:</a:t>
            </a:r>
            <a:r>
              <a:rPr lang="de-DE" sz="1400" dirty="0"/>
              <a:t> Design a ROS-based multi-robot system using TurtleBot3 Burgers in a Gazebo simulation.</a:t>
            </a:r>
          </a:p>
          <a:p>
            <a:r>
              <a:rPr lang="de-DE" sz="1400" b="1" dirty="0"/>
              <a:t>System Behavior (Leader-Follower):</a:t>
            </a:r>
            <a:endParaRPr lang="de-DE" sz="1400" dirty="0"/>
          </a:p>
          <a:p>
            <a:pPr lvl="1"/>
            <a:r>
              <a:rPr lang="de-DE" sz="1400" b="1" dirty="0"/>
              <a:t>Robot 1 (Leader):</a:t>
            </a:r>
            <a:r>
              <a:rPr lang="de-DE" sz="1400" dirty="0"/>
              <a:t> Manually controlled via standard ROS teleoperation.</a:t>
            </a:r>
          </a:p>
          <a:p>
            <a:pPr lvl="1"/>
            <a:r>
              <a:rPr lang="de-DE" sz="1400" b="1" dirty="0"/>
              <a:t>Robots 2 &amp; 3 (Followers):</a:t>
            </a:r>
            <a:r>
              <a:rPr lang="de-DE" sz="1400" dirty="0"/>
              <a:t> Autonomously follow the preceding robot using onboard </a:t>
            </a:r>
            <a:r>
              <a:rPr lang="de-DE" sz="1400" b="1" dirty="0"/>
              <a:t>LiDAR (LaserScan)</a:t>
            </a:r>
            <a:r>
              <a:rPr lang="de-DE" sz="1400" dirty="0"/>
              <a:t> data.</a:t>
            </a:r>
          </a:p>
          <a:p>
            <a:r>
              <a:rPr lang="de-DE" sz="1400" b="1" dirty="0"/>
              <a:t>Core Objectives:</a:t>
            </a:r>
            <a:endParaRPr lang="de-DE" sz="1400" dirty="0"/>
          </a:p>
          <a:p>
            <a:pPr lvl="1"/>
            <a:r>
              <a:rPr lang="de-DE" sz="1400" dirty="0"/>
              <a:t>Maintain stable coordinated convoy formation.</a:t>
            </a:r>
          </a:p>
          <a:p>
            <a:pPr lvl="1"/>
            <a:r>
              <a:rPr lang="de-DE" sz="1400" dirty="0"/>
              <a:t>Ensure safe inter-robot spacing and velocity control.</a:t>
            </a:r>
          </a:p>
          <a:p>
            <a:pPr lvl="1"/>
            <a:r>
              <a:rPr lang="de-DE" sz="1400" dirty="0"/>
              <a:t>Enable collision-free navigation in both empty worlds </a:t>
            </a:r>
            <a:br>
              <a:rPr lang="de-DE" sz="1400" dirty="0"/>
            </a:br>
            <a:r>
              <a:rPr lang="de-DE" sz="1400" dirty="0"/>
              <a:t>and environments with static obstacles </a:t>
            </a:r>
            <a:br>
              <a:rPr lang="de-DE" sz="1400" dirty="0"/>
            </a:br>
            <a:r>
              <a:rPr lang="de-DE" sz="1400" dirty="0"/>
              <a:t>(columns/pillars).</a:t>
            </a:r>
          </a:p>
          <a:p>
            <a:endParaRPr lang="en-DE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324B58-2083-D203-C6A1-588AE60FA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3" y="2141191"/>
            <a:ext cx="6624905" cy="3849958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8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05543-82F0-CFEE-7B21-2743EAF4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1">
                    <a:lumMod val="85000"/>
                    <a:lumOff val="15000"/>
                  </a:schemeClr>
                </a:solidFill>
              </a:rPr>
              <a:t>Target vs. Obstacle Differentiation</a:t>
            </a:r>
            <a:endParaRPr lang="en-D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AAC0-7724-D141-26E1-D3A3042EC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259" y="1953486"/>
            <a:ext cx="8865481" cy="3542507"/>
          </a:xfrm>
        </p:spPr>
        <p:txBody>
          <a:bodyPr anchor="ctr">
            <a:normAutofit/>
          </a:bodyPr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Key Challenge: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Reliably distinguishing between the dynamic leader and static environmental obstacles using 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only</a:t>
            </a: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LiDAR data, preventing followers from falsely tracking walls or columns.</a:t>
            </a:r>
          </a:p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Moving Target (Lead Robot):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Dynamic motion pattern that changes position over time.</a:t>
            </a:r>
          </a:p>
          <a:p>
            <a:pPr lvl="1"/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Must be consistently identified and tracked as the primary reference.</a:t>
            </a:r>
          </a:p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Static Objects (Environment):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Stationary structures treated strictly as obstacles to avoid.</a:t>
            </a:r>
          </a:p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Required Distinction Logic: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Combine distance continuity over time, angular position consistency, and motion-based filtering to separate dynamic tracking from static LiDAR returns.</a:t>
            </a:r>
          </a:p>
          <a:p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structure highlights the core requirements on the first slide and emphasizes the main technical challenge (LiDAR discrimination) on the second slide, keeping the text concise and presentation-friendly.</a:t>
            </a:r>
          </a:p>
          <a:p>
            <a:endParaRPr lang="en-DE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8A01E-2BEA-851D-0D78-83036DF95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75"/>
          <a:stretch>
            <a:fillRect/>
          </a:stretch>
        </p:blipFill>
        <p:spPr>
          <a:xfrm>
            <a:off x="3430829" y="5094503"/>
            <a:ext cx="5215737" cy="175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93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DC3D-C892-1E93-512A-21659F95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 Be Continued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4F59-43FE-28A5-D1A2-3D92BA511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8115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228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Multi-Robot Formation &amp; Navigation Overview</vt:lpstr>
      <vt:lpstr>Target vs. Obstacle Differentiation</vt:lpstr>
      <vt:lpstr>To Be Continued</vt:lpstr>
    </vt:vector>
  </TitlesOfParts>
  <Company>Abhishek Janagoudar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Janagoudar</dc:creator>
  <cp:lastModifiedBy>Abhishek Janagoudar</cp:lastModifiedBy>
  <cp:revision>6</cp:revision>
  <dcterms:created xsi:type="dcterms:W3CDTF">2026-05-21T09:24:04Z</dcterms:created>
  <dcterms:modified xsi:type="dcterms:W3CDTF">2026-05-21T09:49:27Z</dcterms:modified>
</cp:coreProperties>
</file>